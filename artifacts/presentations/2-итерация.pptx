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80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A973-03EE-B90D-3530-D4D4C777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CEEE4-BAAD-1269-E1B8-41F751EA3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7C61A-1A57-C100-86F5-BDF3F2750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89F6-111D-F693-628A-C915A621D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22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Все факты, формулировки и результаты в слайде основаны на пользовательском описании проекта и данных по 2 итерации, предоставленных в текущем диалоге.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82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Проект: сервис проверки паролей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E2239"/>
          </a:solidFill>
          <a:ln w="12700">
            <a:solidFill>
              <a:srgbClr val="0E2239"/>
            </a:solidFill>
            <a:prstDash val="solid"/>
          </a:ln>
          <a:effectLst>
            <a:outerShdw blurRad="25400" dist="1524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68680" y="14630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Вторая итерация проекта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4663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DEBFF"/>
                </a:solidFill>
              </a:rPr>
              <a:t>«Разработка сервиса проверки стойкости паролей и их присутствия в базах утечек»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2F0"/>
                </a:solidFill>
              </a:rPr>
              <a:t>Отчёт по результатам второй итерации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2F0"/>
                </a:solidFill>
              </a:rPr>
              <a:t>Командный учебный IT-проект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1DA"/>
                </a:solidFill>
              </a:rPr>
              <a:t>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EAF1F8"/>
          </a:solidFill>
          <a:ln w="12700">
            <a:solidFill>
              <a:srgbClr val="D7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Цель сервиса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1581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</a:rPr>
              <a:t>Проверка стойкости пароля и наличия в базах утечек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478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5B5"/>
                </a:solidFill>
              </a:rPr>
              <a:t>Длина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392" y="273405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Минимальная длина и базовая устойчивость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233172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2478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5B5"/>
                </a:solidFill>
              </a:rPr>
              <a:t>Состав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71432" y="273405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Цифры, заглавные буквы, спецсимволы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84048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986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5B5"/>
                </a:solidFill>
              </a:rPr>
              <a:t>Шаблоны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65392" y="42428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Отсутствие простых и популярных последовательностей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6840" y="384048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3986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5B5"/>
                </a:solidFill>
              </a:rPr>
              <a:t>Утечки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71432" y="42428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Проверка по базе утекших хэшей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содержание 2 итерации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2"/>
                </a:solidFill>
              </a:rPr>
              <a:t>Фокус итерации — собрать рабочее MVP и проверить его в целостном виде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Итерация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160520" cy="448056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Ключевые задачи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61188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Собрать рабочее MVP сервиса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Реализовать базовую проверку пароля по нескольким критериям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Настроить взаимодействие frontend и backend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Провести ручное тестирование и оформить результаты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Подготовить основу для следующей итерации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92040" y="201168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Ввод пароля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27064" y="24048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7C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Проверка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на сервере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27264" y="24048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7C4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92440" y="201168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5B9B54"/>
          </a:solidFill>
          <a:ln w="12700">
            <a:solidFill>
              <a:srgbClr val="5B9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Оценка и причины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27464" y="24048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7C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92640" y="201168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C47A1F"/>
          </a:solidFill>
          <a:ln w="12700">
            <a:solidFill>
              <a:srgbClr val="C4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02368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Ответ пользователю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0680" y="4069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43447"/>
                </a:solidFill>
              </a:rPr>
              <a:t>Результат итерации: целостный прототип, который уже можно демонстрировать и тестировать как единый сервис.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Команда проекта и распределение ролей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Команда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44200" cy="1033272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72184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82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Lead / 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490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Ошев Кирилл Александрович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755648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</a:rPr>
              <a:t>Планирование, координация, контроль задач, код-ревью, репозиторий, участие в итоговом отчёте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744200" cy="1033272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88336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8986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Backend-разработчик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7066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Петросян Тигран Карапетович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</a:rPr>
              <a:t>Серверная логика, алгоритм оценки, API и проверка по базе хэшей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58184"/>
            <a:ext cx="10744200" cy="1033272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904488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Frontend-разработчик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Бармин Егор Сергеевич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4720" y="418795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</a:rPr>
              <a:t>Интерфейс, темы оформления, интеграция с API на клиентской стороне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974336"/>
            <a:ext cx="10744200" cy="1033272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2064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5B9B54"/>
          </a:solidFill>
          <a:ln w="12700">
            <a:solidFill>
              <a:srgbClr val="5B9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330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Тестировщик / QA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0" y="5138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Кадиева Диана Исмаиловна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74720" y="5404104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</a:rPr>
              <a:t>Ручное тестирование, Postman, отчётность, фиксация дефектов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было выполнено во 2 итерации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Обзор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578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Управление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148840"/>
            <a:ext cx="4800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Предварительное распределение задач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Координация backend, frontend и QA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Контроль сроков и код-ревью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Ведение репозитория и подготовка отчёта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5257800" cy="25603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1072" y="2148840"/>
            <a:ext cx="4800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Схема хранения хэшей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Алгоритм оценки стойкости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POST-эндпоинт /api/check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Синтетический набор хэшей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94760"/>
            <a:ext cx="5257800" cy="256032"/>
          </a:xfrm>
          <a:prstGeom prst="rect">
            <a:avLst/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Переработан дизайн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Новая цветовая схема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Pop-up с результатом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Светлая и тёмная темы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794760"/>
            <a:ext cx="5257800" cy="256032"/>
          </a:xfrm>
          <a:prstGeom prst="rect">
            <a:avLst/>
          </a:prstGeom>
          <a:solidFill>
            <a:srgbClr val="5B9B54"/>
          </a:solidFill>
          <a:ln w="12700">
            <a:solidFill>
              <a:srgbClr val="5B9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Тестирование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91072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Проверка API через Postman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Проверка безопасности хранения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Тестирование frontend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Отчёт и артефакты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backend-разработки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377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6420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Реализованные элементы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43484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Составлена схема хранения хэшей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Реализован алгоритм оценки стойкости пароля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Написан POST-эндпоинт /api/check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Подготовлен скрипт генерации синтетического набора хэшей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Добавлена проверка по длине, составу, шаблонам и базе утечек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200" y="166420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Логика обработки запроса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0" y="251460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2816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/api/check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2798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7C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26680" y="251460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2816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Проверка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критериев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98280" y="2798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7C4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326880" y="251460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5B9B54"/>
          </a:solidFill>
          <a:ln w="12700">
            <a:solidFill>
              <a:srgbClr val="5B9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2816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Ответ 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оценкой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4709160" cy="1298448"/>
          </a:xfrm>
          <a:prstGeom prst="roundRect">
            <a:avLst>
              <a:gd name="adj" fmla="val 3521"/>
            </a:avLst>
          </a:prstGeom>
          <a:solidFill>
            <a:srgbClr val="EAF6F6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4074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3447"/>
                </a:solidFill>
              </a:rPr>
              <a:t>Ключевой результат: серверная часть выполняет целевую проверку и возвращает пользователю категорию пароля — weak, medium или strong — вместе с пояснениями.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frontend-разработки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1508760"/>
            <a:ext cx="416052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783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Основные изменения на frontend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52360" y="2148840"/>
            <a:ext cx="35661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Переработан дизайн интерфейса и обновлена цветовая схема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Добавлен pop-up для отображения результата проверки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Реализованы светлая и тёмная темы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Настроен fetch для получения данных от backend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Нормализована работа API на клиентской стороне</a:t>
            </a:r>
            <a:endParaRPr lang="en-US" sz="16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D66FA2C-A0D0-87B8-940A-2F2AEAA2E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868680"/>
            <a:ext cx="5314749" cy="27390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73E9630-A5AA-768A-7969-58112377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3712983"/>
            <a:ext cx="5314749" cy="2733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7535-1344-58AB-A6F3-2FA7996C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64F0BD-4B3B-10AC-B0D0-970AE5F4A12E}"/>
              </a:ext>
            </a:extLst>
          </p:cNvPr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frontend-разработки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F44CE9-9F75-204E-7A1E-AF4D64663CDA}"/>
              </a:ext>
            </a:extLst>
          </p:cNvPr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BA967-75ED-8326-1994-50C6412E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1070919"/>
            <a:ext cx="5257765" cy="27124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AFEE49-E05A-C89A-A99F-2F820A14B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904" y="3429000"/>
            <a:ext cx="5494638" cy="28461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636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 и подтверждённые результаты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886200" cy="45720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27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Что проверялось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3383280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API тестировалось вручную через Postman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Проверены безопасность логов, базы данных и методы POST/GET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Протестирован frontend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Оформлен отчёт по тестированию и собраны артефакты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Зафиксированы обнаруженные баги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92040" y="1371600"/>
            <a:ext cx="658368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62763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Подтверждённые результаты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265176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1234567 → weak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Pass1234! → medium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StrongP@ss2025 → strong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GET-запрос запрещён: 405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0" y="2011680"/>
            <a:ext cx="315468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Проверка утечек работает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Пароль не виден в консоли браузера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Пароль не сохраняется в localStorage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В логах и БД нет открытого пароля, хранятся только хэши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55138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B9B54"/>
                </a:solidFill>
              </a:rPr>
              <a:t>Итог: основные сценарии работы и базовые требования безопасности подтверждены ручным тестированием.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Трудности итерации и найденный баг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Риски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5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Основные трудности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084832"/>
            <a:ext cx="4434840" cy="3337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Координация работы участников команды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Связка frontend и backend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Настройка окружения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Недостаток формализованной документации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Необходимость дальнейшего улучшения алгоритма оценки и валидации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0" y="1508760"/>
            <a:ext cx="5257800" cy="4297680"/>
          </a:xfrm>
          <a:prstGeom prst="roundRect">
            <a:avLst>
              <a:gd name="adj" fmla="val 1064"/>
            </a:avLst>
          </a:prstGeom>
          <a:solidFill>
            <a:srgbClr val="FFF6F6"/>
          </a:solidFill>
          <a:ln w="12700">
            <a:solidFill>
              <a:srgbClr val="F0D3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55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A48"/>
                </a:solidFill>
              </a:rPr>
              <a:t>Выявленный дефект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2176272"/>
            <a:ext cx="1463040" cy="502920"/>
          </a:xfrm>
          <a:prstGeom prst="roundRect">
            <a:avLst>
              <a:gd name="adj" fmla="val 7273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3317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Bug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447"/>
                </a:solidFill>
              </a:rPr>
              <a:t>При отправке пустого пароля сервер возвращает weak, хотя ожидается ошибка валидации 400 Bad Request.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</a:rPr>
              <a:t>Этот дефект важен, так как влияет на корректность валидации входных данных и должен быть исправлен в следующей итерации в первую очередь.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2 итерации и приоритеты следующего этапа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29800" y="457200"/>
            <a:ext cx="1554480" cy="320040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Итог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489204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27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Итоги 2 итерации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993392"/>
            <a:ext cx="429768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Собрано рабочее MVP сервиса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Реализована интеграция frontend и backend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Оформлены тестовые материалы и отчётность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Подготовлена база для следующей итерации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4406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627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Приоритеты следующей итерации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1993392"/>
            <a:ext cx="4572000" cy="2788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Исправление бага с пустым паролем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Улучшение алгоритма оценки сложности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Дальнейшая проверка базы утечек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Регрессионное тестирование и развитие автотестов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Улучшение документации, безопасности и UX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566928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EAF6F6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779008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B54"/>
                </a:solidFill>
              </a:rPr>
              <a:t>Вывод: вторая итерация дала работающий прототип и создала основу для следующего этапа.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977</Words>
  <Application>Microsoft Office PowerPoint</Application>
  <PresentationFormat>Широкоэкранный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 проверки стойкости паролей — 2 итерация</dc:title>
  <dc:subject>Вторая итерация проекта</dc:subject>
  <dc:creator>OpenAI</dc:creator>
  <cp:lastModifiedBy>Кирилл Ошев</cp:lastModifiedBy>
  <cp:revision>2</cp:revision>
  <dcterms:created xsi:type="dcterms:W3CDTF">2026-04-16T09:54:48Z</dcterms:created>
  <dcterms:modified xsi:type="dcterms:W3CDTF">2026-04-16T10:01:36Z</dcterms:modified>
</cp:coreProperties>
</file>